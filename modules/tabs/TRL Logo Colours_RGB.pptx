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303"/>
    <a:srgbClr val="E56B33"/>
    <a:srgbClr val="CC9900"/>
    <a:srgbClr val="323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F7A1A8-0032-48F6-901D-D9FBC5291443}" v="1" dt="2024-05-10T08:33:03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2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 Taylor" userId="c8c85fc923d635ac" providerId="LiveId" clId="{07F7A1A8-0032-48F6-901D-D9FBC5291443}"/>
    <pc:docChg chg="modSld">
      <pc:chgData name="Jess Taylor" userId="c8c85fc923d635ac" providerId="LiveId" clId="{07F7A1A8-0032-48F6-901D-D9FBC5291443}" dt="2024-05-10T08:33:12.323" v="70" actId="1036"/>
      <pc:docMkLst>
        <pc:docMk/>
      </pc:docMkLst>
      <pc:sldChg chg="addSp modSp mod">
        <pc:chgData name="Jess Taylor" userId="c8c85fc923d635ac" providerId="LiveId" clId="{07F7A1A8-0032-48F6-901D-D9FBC5291443}" dt="2024-05-10T08:33:12.323" v="70" actId="1036"/>
        <pc:sldMkLst>
          <pc:docMk/>
          <pc:sldMk cId="2935958753" sldId="256"/>
        </pc:sldMkLst>
        <pc:spChg chg="mod">
          <ac:chgData name="Jess Taylor" userId="c8c85fc923d635ac" providerId="LiveId" clId="{07F7A1A8-0032-48F6-901D-D9FBC5291443}" dt="2024-05-10T08:32:52.698" v="0" actId="1076"/>
          <ac:spMkLst>
            <pc:docMk/>
            <pc:sldMk cId="2935958753" sldId="256"/>
            <ac:spMk id="18" creationId="{A0F1D8BA-2202-F8C9-EA10-4C76E5E96BA3}"/>
          </ac:spMkLst>
        </pc:spChg>
        <pc:picChg chg="add mod">
          <ac:chgData name="Jess Taylor" userId="c8c85fc923d635ac" providerId="LiveId" clId="{07F7A1A8-0032-48F6-901D-D9FBC5291443}" dt="2024-05-10T08:33:12.323" v="70" actId="1036"/>
          <ac:picMkLst>
            <pc:docMk/>
            <pc:sldMk cId="2935958753" sldId="256"/>
            <ac:picMk id="2" creationId="{E9085681-658C-3C97-CB52-F06C273BE7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983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72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938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01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206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302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006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595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5468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9866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43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A270A-16E6-4AB1-9309-D69240E6B63B}" type="datetimeFigureOut">
              <a:rPr lang="en-ZA" smtClean="0"/>
              <a:t>2024/05/10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A3F33-0F06-45A8-8377-A46ABB75A8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265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E6D82E08-FF4C-D5A3-CEB8-5781647B2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794" y="2116260"/>
            <a:ext cx="4080412" cy="28631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B296E3F-A97A-41DB-0D9F-5C641836B883}"/>
              </a:ext>
            </a:extLst>
          </p:cNvPr>
          <p:cNvSpPr/>
          <p:nvPr/>
        </p:nvSpPr>
        <p:spPr>
          <a:xfrm>
            <a:off x="1854926" y="400594"/>
            <a:ext cx="269966" cy="269966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6B4E86-3ECB-3CB2-6620-11C99A5DEB0A}"/>
              </a:ext>
            </a:extLst>
          </p:cNvPr>
          <p:cNvSpPr/>
          <p:nvPr/>
        </p:nvSpPr>
        <p:spPr>
          <a:xfrm>
            <a:off x="2211978" y="400594"/>
            <a:ext cx="269966" cy="269966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3C8577-1E38-3DBC-FAC1-B5BACF623B19}"/>
              </a:ext>
            </a:extLst>
          </p:cNvPr>
          <p:cNvSpPr/>
          <p:nvPr/>
        </p:nvSpPr>
        <p:spPr>
          <a:xfrm>
            <a:off x="2569030" y="400594"/>
            <a:ext cx="269966" cy="269966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B93DB-664E-2A04-88A0-15C807670681}"/>
              </a:ext>
            </a:extLst>
          </p:cNvPr>
          <p:cNvSpPr/>
          <p:nvPr/>
        </p:nvSpPr>
        <p:spPr>
          <a:xfrm>
            <a:off x="2926082" y="400594"/>
            <a:ext cx="269966" cy="269966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59606-30A5-4F5B-D299-376C39AD9CEB}"/>
              </a:ext>
            </a:extLst>
          </p:cNvPr>
          <p:cNvSpPr txBox="1"/>
          <p:nvPr/>
        </p:nvSpPr>
        <p:spPr>
          <a:xfrm>
            <a:off x="1469360" y="644433"/>
            <a:ext cx="2984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</a:t>
            </a:r>
          </a:p>
          <a:p>
            <a:r>
              <a:rPr lang="en-US" sz="1400" b="1" dirty="0"/>
              <a:t>G</a:t>
            </a:r>
          </a:p>
          <a:p>
            <a:r>
              <a:rPr lang="en-US" sz="1400" b="1" dirty="0"/>
              <a:t>B</a:t>
            </a:r>
            <a:endParaRPr lang="en-ZA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8EC2C5-4B86-24EE-746C-35E4D55CEF20}"/>
              </a:ext>
            </a:extLst>
          </p:cNvPr>
          <p:cNvSpPr txBox="1"/>
          <p:nvPr/>
        </p:nvSpPr>
        <p:spPr>
          <a:xfrm>
            <a:off x="1837683" y="677704"/>
            <a:ext cx="263214" cy="691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3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3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3</a:t>
            </a:r>
            <a:endParaRPr lang="en-ZA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6CC6BD-8107-25D8-3675-634F22D26727}"/>
              </a:ext>
            </a:extLst>
          </p:cNvPr>
          <p:cNvSpPr txBox="1"/>
          <p:nvPr/>
        </p:nvSpPr>
        <p:spPr>
          <a:xfrm>
            <a:off x="2124893" y="684848"/>
            <a:ext cx="420308" cy="89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50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51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103</a:t>
            </a:r>
          </a:p>
          <a:p>
            <a:pPr>
              <a:lnSpc>
                <a:spcPct val="110000"/>
              </a:lnSpc>
            </a:pPr>
            <a:endParaRPr lang="en-ZA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687CB8-335B-D770-029F-1D6C10D18BC4}"/>
              </a:ext>
            </a:extLst>
          </p:cNvPr>
          <p:cNvSpPr txBox="1"/>
          <p:nvPr/>
        </p:nvSpPr>
        <p:spPr>
          <a:xfrm>
            <a:off x="2467302" y="691992"/>
            <a:ext cx="420308" cy="691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204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153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0</a:t>
            </a:r>
            <a:endParaRPr lang="en-ZA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5A3AC5-F247-97E6-ACA7-7141D88D4855}"/>
              </a:ext>
            </a:extLst>
          </p:cNvPr>
          <p:cNvSpPr txBox="1"/>
          <p:nvPr/>
        </p:nvSpPr>
        <p:spPr>
          <a:xfrm>
            <a:off x="2838998" y="699136"/>
            <a:ext cx="420308" cy="691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229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107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51</a:t>
            </a:r>
            <a:endParaRPr lang="en-ZA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18672-616B-8C11-FB32-BC03380052D1}"/>
              </a:ext>
            </a:extLst>
          </p:cNvPr>
          <p:cNvSpPr/>
          <p:nvPr/>
        </p:nvSpPr>
        <p:spPr>
          <a:xfrm>
            <a:off x="4149635" y="1805201"/>
            <a:ext cx="269966" cy="2052696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F1D8BA-2202-F8C9-EA10-4C76E5E96BA3}"/>
              </a:ext>
            </a:extLst>
          </p:cNvPr>
          <p:cNvSpPr/>
          <p:nvPr/>
        </p:nvSpPr>
        <p:spPr>
          <a:xfrm>
            <a:off x="4584444" y="1805201"/>
            <a:ext cx="269966" cy="1347301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ED66A4-53E8-5F12-ECC1-6C5767301DDD}"/>
              </a:ext>
            </a:extLst>
          </p:cNvPr>
          <p:cNvSpPr/>
          <p:nvPr/>
        </p:nvSpPr>
        <p:spPr>
          <a:xfrm>
            <a:off x="4863739" y="1805201"/>
            <a:ext cx="269966" cy="73770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E5EBF-1B08-8021-480C-47BB0AD35D01}"/>
              </a:ext>
            </a:extLst>
          </p:cNvPr>
          <p:cNvSpPr/>
          <p:nvPr/>
        </p:nvSpPr>
        <p:spPr>
          <a:xfrm>
            <a:off x="5166468" y="3021872"/>
            <a:ext cx="1826737" cy="261257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085681-658C-3C97-CB52-F06C273BE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711" y="5047428"/>
            <a:ext cx="4078577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5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1467</TotalTime>
  <Words>15</Words>
  <Application>Microsoft Office PowerPoint</Application>
  <PresentationFormat>A4 Paper (210x297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 raknes</dc:creator>
  <cp:lastModifiedBy>Jess Taylor</cp:lastModifiedBy>
  <cp:revision>2</cp:revision>
  <dcterms:created xsi:type="dcterms:W3CDTF">2023-02-22T05:52:38Z</dcterms:created>
  <dcterms:modified xsi:type="dcterms:W3CDTF">2024-05-10T08:33:23Z</dcterms:modified>
</cp:coreProperties>
</file>