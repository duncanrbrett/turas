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Generated by Turas Hub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/>
              <a:t>Section 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Slide content area &lt;e2&gt;&lt;80&gt;&lt;94&gt; charts, tables, and insights are placed here.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duncan</cp:lastModifiedBy>
  <cp:revision>3</cp:revision>
  <dcterms:created xsi:type="dcterms:W3CDTF">2017-02-13T16:18:36Z</dcterms:created>
  <dcterms:modified xsi:type="dcterms:W3CDTF">2026-03-24T04:03:02Z</dcterms:modified>
  <cp:category/>
</cp:coreProperties>
</file>