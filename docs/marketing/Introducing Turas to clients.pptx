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89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1"/>
    <p:restoredTop sz="94694"/>
  </p:normalViewPr>
  <p:slideViewPr>
    <p:cSldViewPr snapToGrid="0">
      <p:cViewPr>
        <p:scale>
          <a:sx n="110" d="100"/>
          <a:sy n="110" d="100"/>
        </p:scale>
        <p:origin x="142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You pay per project.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 with 30+ years in quantitative market research.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Buried insights, lost context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link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compare, switch views — follow wherever the data leads you.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Found something worth sharing? Pin it. Add your own commentary, title it, and build a sequence that tells a clear story. Insert image slides between your pins — qual findings, visuals, or slides from other reports — so the full story sits in one place.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pinned narrative — inside the report itself, or export to PowerPoint or PDF.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</p:spTree>
    <p:extLst>
      <p:ext uri="{BB962C8B-B14F-4D97-AF65-F5344CB8AC3E}">
        <p14:creationId xmlns:p14="http://schemas.microsoft.com/office/powerpoint/2010/main" val="1837788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21475</TotalTime>
  <Words>1172</Words>
  <Application>Microsoft Macintosh PowerPoint</Application>
  <PresentationFormat>Widescreen</PresentationFormat>
  <Paragraphs>187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33</cp:revision>
  <dcterms:created xsi:type="dcterms:W3CDTF">2026-02-19T04:31:59Z</dcterms:created>
  <dcterms:modified xsi:type="dcterms:W3CDTF">2026-03-17T09:42:09Z</dcterms:modified>
</cp:coreProperties>
</file>