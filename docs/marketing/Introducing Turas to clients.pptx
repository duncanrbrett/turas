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96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36"/>
    <p:restoredTop sz="94692"/>
  </p:normalViewPr>
  <p:slideViewPr>
    <p:cSldViewPr snapToGrid="0">
      <p:cViewPr varScale="1">
        <p:scale>
          <a:sx n="152" d="100"/>
          <a:sy n="152" d="100"/>
        </p:scale>
        <p:origin x="92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for yourself</a:t>
            </a:r>
            <a:endParaRPr lang="en-GB" sz="2800" b="1" dirty="0">
              <a:solidFill>
                <a:srgbClr val="CC9900"/>
              </a:solidFill>
              <a:latin typeface="Raleway"/>
            </a:endParaRP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Insights disconnected from the data behind them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file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Research your whole team can use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8389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 and switch views. </a:t>
            </a:r>
          </a:p>
          <a:p>
            <a:pPr algn="ctr"/>
            <a:endParaRPr lang="en-GB" sz="1200" dirty="0">
              <a:solidFill>
                <a:srgbClr val="4A5568"/>
              </a:solidFill>
              <a:latin typeface="Source Sans Pro"/>
            </a:endParaRP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Plain-language callouts explain what you're seeing and what it means.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Save key charts, add commentary and arrange them into a clear narrative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story in-file, or export to PowerPoint or PDF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A703AAA-D800-5B10-4FB5-E6384DC4F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—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051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 with TURF and a simulator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with simulators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354144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report.</a:t>
            </a:r>
          </a:p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Advanced modules include plain-language callouts that guide users through the statistics — so the outputs are understood, not just delivered.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8" name="Picture 7" descr="A logo with a yellow and blue diamond&#10;&#10;AI-generated content may be incorrect.">
            <a:extLst>
              <a:ext uri="{FF2B5EF4-FFF2-40B4-BE49-F238E27FC236}">
                <a16:creationId xmlns:a16="http://schemas.microsoft.com/office/drawing/2014/main" id="{13F92F90-D33B-0689-B5C0-AF4DB992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14" y="4595977"/>
            <a:ext cx="2365231" cy="166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22339</TotalTime>
  <Words>1136</Words>
  <Application>Microsoft Macintosh PowerPoint</Application>
  <PresentationFormat>Widescreen</PresentationFormat>
  <Paragraphs>190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-webkit-standard</vt:lpstr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40</cp:revision>
  <dcterms:created xsi:type="dcterms:W3CDTF">2026-02-19T04:31:59Z</dcterms:created>
  <dcterms:modified xsi:type="dcterms:W3CDTF">2026-03-24T08:49:23Z</dcterms:modified>
</cp:coreProperties>
</file>